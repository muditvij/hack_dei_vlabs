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ba9b95d6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ba9b95d6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a9b95d69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a9b95d69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a9b95d69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a9b95d69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9b95d69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a9b95d69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a9b95d69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a9b95d69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a9b95d69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a9b95d69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a9b95d69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a9b95d69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8d3d58be3_4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8d3d58be3_4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a9b95d69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a9b95d69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8d3d58be3_2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8d3d58be3_2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.jp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9800" y="496800"/>
            <a:ext cx="2080525" cy="127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4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1000" y="416999"/>
            <a:ext cx="1435475" cy="14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/>
        </p:nvSpPr>
        <p:spPr>
          <a:xfrm>
            <a:off x="1345725" y="2036500"/>
            <a:ext cx="7241400" cy="13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DAYALBAGH EDU</a:t>
            </a:r>
            <a:r>
              <a:rPr b="1" i="1" lang="en-GB" sz="2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CATIONAL INSTITUTE</a:t>
            </a:r>
            <a:r>
              <a:rPr b="1" i="1" lang="en-GB" sz="2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X </a:t>
            </a:r>
            <a:br>
              <a:rPr b="1" i="1" lang="en-GB" sz="2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1" lang="en-GB" sz="2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VIRTUAL LABS HACKATHON 2026</a:t>
            </a:r>
            <a:endParaRPr b="1" i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179700" y="3423150"/>
            <a:ext cx="8784600" cy="16503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44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/>
        </p:nvSpPr>
        <p:spPr>
          <a:xfrm>
            <a:off x="371700" y="3601425"/>
            <a:ext cx="2080500" cy="13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Team name: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Leader name: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Institute name: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PS </a:t>
            </a:r>
            <a:r>
              <a:rPr lang="en-GB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Title: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869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Problem Statement</a:t>
            </a:r>
            <a:endParaRPr/>
          </a:p>
        </p:txBody>
      </p:sp>
      <p:pic>
        <p:nvPicPr>
          <p:cNvPr id="66" name="Google Shape;66;p15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2965700" y="0"/>
            <a:ext cx="3810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725375" y="1674925"/>
            <a:ext cx="41967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>
                <a:solidFill>
                  <a:schemeClr val="dk2"/>
                </a:solidFill>
              </a:rPr>
              <a:t>Brief description of the problem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>
                <a:solidFill>
                  <a:schemeClr val="dk2"/>
                </a:solidFill>
              </a:rPr>
              <a:t>Target users / stakeholders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>
                <a:solidFill>
                  <a:schemeClr val="dk2"/>
                </a:solidFill>
              </a:rPr>
              <a:t>Why the problem exists today ?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69" name="Google Shape;69;p15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499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/>
              <a:t>What your solution aims to achieve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/>
              <a:t>Key features and functionality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/>
              <a:t>Alignment with Virtual Labs mission</a:t>
            </a:r>
            <a:endParaRPr/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77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</a:t>
            </a:r>
            <a:r>
              <a:rPr lang="en-GB"/>
              <a:t>ur Solution &amp; Innovation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370150" y="-3"/>
            <a:ext cx="4403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DEI X VIRTUAL LAB HACKATHON 2026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6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2813300" y="0"/>
            <a:ext cx="38697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3" name="Google Shape;83;p16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78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</a:t>
            </a:r>
            <a:r>
              <a:rPr lang="en-GB"/>
              <a:t> Diagram</a:t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DEI X VIRTUAL LAB HACKATHON 2026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7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2813300" y="0"/>
            <a:ext cx="41367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5" name="Google Shape;95;p17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758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Technical Stack</a:t>
            </a: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DEI X VIRTUAL LAB HACKATHON 2026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8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2813300" y="0"/>
            <a:ext cx="4253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7" name="Google Shape;107;p18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311700" y="1531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</a:pPr>
            <a:r>
              <a:rPr lang="en-GB" sz="1600">
                <a:solidFill>
                  <a:srgbClr val="595959"/>
                </a:solidFill>
              </a:rPr>
              <a:t>Does the full journey run end-to-end without breaking?</a:t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</a:pPr>
            <a:r>
              <a:rPr lang="en-GB" sz="1600">
                <a:solidFill>
                  <a:srgbClr val="595959"/>
                </a:solidFill>
              </a:rPr>
              <a:t>Link to your demo video (3 min) showcasing walkthrough of your product &amp; its features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804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/>
              <a:t>Working product &amp; demo</a:t>
            </a:r>
            <a:endParaRPr sz="2500"/>
          </a:p>
        </p:txBody>
      </p:sp>
      <p:sp>
        <p:nvSpPr>
          <p:cNvPr id="114" name="Google Shape;114;p19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DEI X VIRTUAL LAB HACKATHON 2026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9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/>
        </p:nvSpPr>
        <p:spPr>
          <a:xfrm>
            <a:off x="2813300" y="0"/>
            <a:ext cx="4311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0" name="Google Shape;120;p19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788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2500"/>
              <a:t>Process Flow (user journey)</a:t>
            </a:r>
            <a:endParaRPr sz="2500"/>
          </a:p>
        </p:txBody>
      </p:sp>
      <p:sp>
        <p:nvSpPr>
          <p:cNvPr id="126" name="Google Shape;126;p20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DEI X VIRTUAL LAB HACKATHON 2026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311700" y="1485325"/>
            <a:ext cx="8520600" cy="3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b="0" i="0" lang="en-GB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What are the key steps the user takes from start to finish?</a:t>
            </a:r>
            <a:endParaRPr b="0" i="0" sz="16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b="0" i="0" lang="en-GB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Where do they see value at each step?</a:t>
            </a:r>
            <a:endParaRPr b="0" i="0" sz="16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0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/>
        </p:nvSpPr>
        <p:spPr>
          <a:xfrm>
            <a:off x="2813300" y="0"/>
            <a:ext cx="4311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3" name="Google Shape;133;p20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11700" y="1515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/>
              <a:t>Can a first-time user complete the main task quickly and comfortably?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/>
              <a:t>Is it easy to use on phone and desktop with clear messages?</a:t>
            </a:r>
            <a:endParaRPr sz="1754"/>
          </a:p>
        </p:txBody>
      </p:sp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788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 Experience</a:t>
            </a:r>
            <a:endParaRPr/>
          </a:p>
        </p:txBody>
      </p:sp>
      <p:sp>
        <p:nvSpPr>
          <p:cNvPr id="140" name="Google Shape;140;p21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DEI X VIRTUAL LAB HACKATHON 2026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1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/>
          <p:nvPr/>
        </p:nvSpPr>
        <p:spPr>
          <a:xfrm>
            <a:off x="2813300" y="0"/>
            <a:ext cx="4160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6" name="Google Shape;146;p21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175150" y="15317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/>
              <a:t>What are the limitations of your product?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/>
              <a:t>How will you resolve them?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/>
              <a:t>What can you do to make it even better?</a:t>
            </a:r>
            <a:endParaRPr sz="1600"/>
          </a:p>
        </p:txBody>
      </p:sp>
      <p:sp>
        <p:nvSpPr>
          <p:cNvPr id="152" name="Google Shape;152;p22"/>
          <p:cNvSpPr txBox="1"/>
          <p:nvPr>
            <p:ph type="title"/>
          </p:nvPr>
        </p:nvSpPr>
        <p:spPr>
          <a:xfrm>
            <a:off x="175150" y="80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and Future scope </a:t>
            </a:r>
            <a:endParaRPr/>
          </a:p>
        </p:txBody>
      </p:sp>
      <p:sp>
        <p:nvSpPr>
          <p:cNvPr id="153" name="Google Shape;153;p22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2370150" y="4621975"/>
            <a:ext cx="4403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DEI X VIRTUAL LAB HACKATHON 2026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0" y="4946525"/>
            <a:ext cx="9144000" cy="181800"/>
          </a:xfrm>
          <a:prstGeom prst="rect">
            <a:avLst/>
          </a:prstGeom>
          <a:solidFill>
            <a:srgbClr val="0044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2"/>
          <p:cNvSpPr/>
          <p:nvPr/>
        </p:nvSpPr>
        <p:spPr>
          <a:xfrm>
            <a:off x="848550" y="0"/>
            <a:ext cx="7590600" cy="445200"/>
          </a:xfrm>
          <a:prstGeom prst="rect">
            <a:avLst/>
          </a:prstGeom>
          <a:solidFill>
            <a:srgbClr val="022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2" title="imag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 txBox="1"/>
          <p:nvPr/>
        </p:nvSpPr>
        <p:spPr>
          <a:xfrm>
            <a:off x="2813300" y="0"/>
            <a:ext cx="42879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9" name="Google Shape;159;p22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64" name="Google Shape;16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3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/>
          <p:nvPr/>
        </p:nvSpPr>
        <p:spPr>
          <a:xfrm>
            <a:off x="779650" y="0"/>
            <a:ext cx="7689600" cy="445200"/>
          </a:xfrm>
          <a:prstGeom prst="rect">
            <a:avLst/>
          </a:prstGeom>
          <a:solidFill>
            <a:srgbClr val="0226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3" title="images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779650" cy="4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 txBox="1"/>
          <p:nvPr/>
        </p:nvSpPr>
        <p:spPr>
          <a:xfrm>
            <a:off x="2813300" y="0"/>
            <a:ext cx="42747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DEI X VIRTUAL LABS HACKATHON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7087925" y="1602150"/>
            <a:ext cx="902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rgbClr val="1C5880"/>
                </a:solidFill>
                <a:latin typeface="Oswald"/>
                <a:ea typeface="Oswald"/>
                <a:cs typeface="Oswald"/>
                <a:sym typeface="Oswald"/>
              </a:rPr>
              <a:t>S</a:t>
            </a:r>
            <a:endParaRPr sz="3900">
              <a:solidFill>
                <a:srgbClr val="1C588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0" name="Google Shape;170;p23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597" y="1"/>
            <a:ext cx="511625" cy="51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3"/>
          <p:cNvPicPr preferRelativeResize="0"/>
          <p:nvPr/>
        </p:nvPicPr>
        <p:blipFill rotWithShape="1">
          <a:blip r:embed="rId6">
            <a:alphaModFix/>
          </a:blip>
          <a:srcRect b="-80799" l="6660" r="-6660" t="0"/>
          <a:stretch/>
        </p:blipFill>
        <p:spPr>
          <a:xfrm>
            <a:off x="8198150" y="445200"/>
            <a:ext cx="1043900" cy="2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3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2600" y="0"/>
            <a:ext cx="549100" cy="44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